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42b7d9912b466b" /><Relationship Type="http://schemas.openxmlformats.org/officeDocument/2006/relationships/extended-properties" Target="/docProps/app.xml" Id="R367256454bab45d9" /><Relationship Type="http://schemas.openxmlformats.org/officeDocument/2006/relationships/officeDocument" Target="/ppt/presentation.xml" Id="Rb82aeace90d04a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4a9d4829b542d9"/>
  </p:sldMasterIdLst>
  <p:notesMasterIdLst>
    <p:notesMasterId xmlns:r="http://schemas.openxmlformats.org/officeDocument/2006/relationships" r:id="R949038289a304bcf"/>
  </p:notesMasterIdLst>
  <p:sldIdLst>
    <p:sldId xmlns:r="http://schemas.openxmlformats.org/officeDocument/2006/relationships" id="256" r:id="R54c9e3597a6847bb"/>
    <p:sldId xmlns:r="http://schemas.openxmlformats.org/officeDocument/2006/relationships" id="257" r:id="R22659f9267344e98"/>
    <p:sldId xmlns:r="http://schemas.openxmlformats.org/officeDocument/2006/relationships" id="258" r:id="R718a376392c049a6"/>
    <p:sldId xmlns:r="http://schemas.openxmlformats.org/officeDocument/2006/relationships" id="259" r:id="Rb67ccfa902ed47e8"/>
    <p:sldId xmlns:r="http://schemas.openxmlformats.org/officeDocument/2006/relationships" id="260" r:id="R9003389c586a4966"/>
    <p:sldId xmlns:r="http://schemas.openxmlformats.org/officeDocument/2006/relationships" id="261" r:id="Rfd482a6f94aa42f6"/>
    <p:sldId xmlns:r="http://schemas.openxmlformats.org/officeDocument/2006/relationships" id="262" r:id="Rb663dbf669d845fa"/>
    <p:sldId xmlns:r="http://schemas.openxmlformats.org/officeDocument/2006/relationships" id="263" r:id="R3ecdd33163c142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adc3659443452a" /><Relationship Type="http://schemas.openxmlformats.org/officeDocument/2006/relationships/slideMaster" Target="/ppt/slideMasters/slideMaster1.xml" Id="R874a9d4829b542d9" /><Relationship Type="http://schemas.openxmlformats.org/officeDocument/2006/relationships/notesMaster" Target="/ppt/notesMasters/notesMaster1.xml" Id="R949038289a304bcf" /><Relationship Type="http://schemas.openxmlformats.org/officeDocument/2006/relationships/presProps" Target="/ppt/presProps.xml" Id="Rbf643a58e9624374" /><Relationship Type="http://schemas.openxmlformats.org/officeDocument/2006/relationships/tableStyles" Target="/ppt/tableStyles.xml" Id="R57b42d22f5b7420f" /><Relationship Type="http://schemas.openxmlformats.org/officeDocument/2006/relationships/slide" Target="/ppt/slides/slide1.xml" Id="R54c9e3597a6847bb" /><Relationship Type="http://schemas.openxmlformats.org/officeDocument/2006/relationships/slide" Target="/ppt/slides/slide2.xml" Id="R22659f9267344e98" /><Relationship Type="http://schemas.openxmlformats.org/officeDocument/2006/relationships/slide" Target="/ppt/slides/slide3.xml" Id="R718a376392c049a6" /><Relationship Type="http://schemas.openxmlformats.org/officeDocument/2006/relationships/slide" Target="/ppt/slides/slide4.xml" Id="Rb67ccfa902ed47e8" /><Relationship Type="http://schemas.openxmlformats.org/officeDocument/2006/relationships/slide" Target="/ppt/slides/slide5.xml" Id="R9003389c586a4966" /><Relationship Type="http://schemas.openxmlformats.org/officeDocument/2006/relationships/slide" Target="/ppt/slides/slide6.xml" Id="Rfd482a6f94aa42f6" /><Relationship Type="http://schemas.openxmlformats.org/officeDocument/2006/relationships/slide" Target="/ppt/slides/slide7.xml" Id="Rb663dbf669d845fa" /><Relationship Type="http://schemas.openxmlformats.org/officeDocument/2006/relationships/slide" Target="/ppt/slides/slide8.xml" Id="R3ecdd33163c142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74a19a460846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efc9e251be4fc5" /><Relationship Type="http://schemas.openxmlformats.org/officeDocument/2006/relationships/notesMaster" Target="/ppt/notesMasters/notesMaster1.xml" Id="R1bb1d746791945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e5d3003b1e41b7" /><Relationship Type="http://schemas.openxmlformats.org/officeDocument/2006/relationships/notesMaster" Target="/ppt/notesMasters/notesMaster1.xml" Id="Rd54a4befd6a043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4b3f87913749ff" /><Relationship Type="http://schemas.openxmlformats.org/officeDocument/2006/relationships/notesMaster" Target="/ppt/notesMasters/notesMaster1.xml" Id="R3f03b469450e42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596d5ec7ec4ee0" /><Relationship Type="http://schemas.openxmlformats.org/officeDocument/2006/relationships/notesMaster" Target="/ppt/notesMasters/notesMaster1.xml" Id="Rd9bb2c3b951c4e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2a2ed787a94847" /><Relationship Type="http://schemas.openxmlformats.org/officeDocument/2006/relationships/notesMaster" Target="/ppt/notesMasters/notesMaster1.xml" Id="Rfc95d9f0da7145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4f2e64eb504004" /><Relationship Type="http://schemas.openxmlformats.org/officeDocument/2006/relationships/notesMaster" Target="/ppt/notesMasters/notesMaster1.xml" Id="Rb8e67692cb0546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91aba3411c4491" /><Relationship Type="http://schemas.openxmlformats.org/officeDocument/2006/relationships/notesMaster" Target="/ppt/notesMasters/notesMaster1.xml" Id="R95ab397c41b649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85231efb7f4460" /><Relationship Type="http://schemas.openxmlformats.org/officeDocument/2006/relationships/notesMaster" Target="/ppt/notesMasters/notesMaster1.xml" Id="Reae551aaf01e46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arquitectura v3 incorpora los controles solicitados para producción: endpoints privados, egress restringido y backend remoto de Terraform.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outputs/arquitectura-sap-erp-slt-aws-consumo-v3.png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iac/networking.tf</a:t>
            </a:r>
          </a:p>
          <a:p xmlns:a="http://schemas.openxmlformats.org/drawingml/2006/main">
            <a:r>
              <a:t>- https://docs.aws.amazon.com/vpc/latest/privatelink/gateway-endpoints.html</a:t>
            </a:r>
          </a:p>
          <a:p xmlns:a="http://schemas.openxmlformats.org/drawingml/2006/main">
            <a:r>
              <a:t>- https://aws.amazon.com/privatelink/pricing/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  <a:p xmlns:a="http://schemas.openxmlformats.org/drawingml/2006/main">
            <a:r>
              <a:t>[Sources]
- https://aws.amazon.com/privatelink/pricing/
- https://docs.aws.amazon.com/vpc/latest/privatelink/gateway-endpoints.html
- costs/aws-us-east-1.json (verificado 2026-08-16)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f5520a08384c80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7a2fc9cc9042ef" /><Relationship Type="http://schemas.openxmlformats.org/officeDocument/2006/relationships/slideLayout" Target="/ppt/slideLayouts/slideLayout1.xml" Id="R2a34c2d125cd4ce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34c2d125cd4cee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f1e028b624ff0" /><Relationship Type="http://schemas.openxmlformats.org/officeDocument/2006/relationships/image" Target="/ppt/media/image.jpeg" Id="Raaddd077108a461f" /><Relationship Type="http://schemas.openxmlformats.org/officeDocument/2006/relationships/image" Target="/ppt/media/image.png" Id="R45c70f047dec4bf3" /><Relationship Type="http://schemas.openxmlformats.org/officeDocument/2006/relationships/notesSlide" Target="/ppt/notesSlides/notesSlide1.xml" Id="R289e9cd1fd3542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ac6b036ec74fe8" /><Relationship Type="http://schemas.openxmlformats.org/officeDocument/2006/relationships/image" Target="/ppt/media/image.jpeg" Id="R69338ccfb3a54f4b" /><Relationship Type="http://schemas.openxmlformats.org/officeDocument/2006/relationships/notesSlide" Target="/ppt/notesSlides/notesSlide2.xml" Id="R0e46caee238a46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c90346545467b" /><Relationship Type="http://schemas.openxmlformats.org/officeDocument/2006/relationships/image" Target="/ppt/media/image.jpeg" Id="R2cdd9824979c4a22" /><Relationship Type="http://schemas.openxmlformats.org/officeDocument/2006/relationships/notesSlide" Target="/ppt/notesSlides/notesSlide3.xml" Id="R3eb1a724e2f949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f3d6f0ebc4a33" /><Relationship Type="http://schemas.openxmlformats.org/officeDocument/2006/relationships/image" Target="/ppt/media/image2.png" Id="R16f9c8aafe014d03" /><Relationship Type="http://schemas.openxmlformats.org/officeDocument/2006/relationships/notesSlide" Target="/ppt/notesSlides/notesSlide4.xml" Id="Rd6c339b9667948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874586f8c418e" /><Relationship Type="http://schemas.openxmlformats.org/officeDocument/2006/relationships/image" Target="/ppt/media/image.jpeg" Id="R474f29784e614da9" /><Relationship Type="http://schemas.openxmlformats.org/officeDocument/2006/relationships/notesSlide" Target="/ppt/notesSlides/notesSlide5.xml" Id="R4c51774f137a46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8c23c71364c93" /><Relationship Type="http://schemas.openxmlformats.org/officeDocument/2006/relationships/image" Target="/ppt/media/image.jpeg" Id="Re5ab5b323d4e481a" /><Relationship Type="http://schemas.openxmlformats.org/officeDocument/2006/relationships/notesSlide" Target="/ppt/notesSlides/notesSlide6.xml" Id="Ra14675d7c64f4c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84c3b195d45d0" /><Relationship Type="http://schemas.openxmlformats.org/officeDocument/2006/relationships/image" Target="/ppt/media/image.jpeg" Id="R6e5ea09e08754654" /><Relationship Type="http://schemas.openxmlformats.org/officeDocument/2006/relationships/notesSlide" Target="/ppt/notesSlides/notesSlide7.xml" Id="R0898bd330d8e4a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5f70430ec45f6" /><Relationship Type="http://schemas.openxmlformats.org/officeDocument/2006/relationships/image" Target="/ppt/media/image2.jpeg" Id="R08ebc3e13b234936" /><Relationship Type="http://schemas.openxmlformats.org/officeDocument/2006/relationships/notesSlide" Target="/ppt/notesSlides/notesSlide8.xml" Id="R3f5c2ce6c3fc471b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dd077108a461f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70f047dec4b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38ccfb3a54f4b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d9824979c4a22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9c8aafe014d03"/>
          <a:stretch xmlns:a="http://schemas.openxmlformats.org/drawingml/2006/main"/>
        </p:blipFill>
        <p:spPr>
          <a:xfrm xmlns:a="http://schemas.openxmlformats.org/drawingml/2006/main">
            <a:off x="10527" y="0"/>
            <a:ext cx="12170946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f29784e614da9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ab5b323d4e481a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ea09e08754654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24902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24902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Calculator 700,04 + VPN 36,50 + PrivateLink 43,90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780,44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9.365,28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gateways Windows, VPN, PrivateLink, S3, AppFlow, KMS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74,4 %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497,96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bc3e13b234936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2026-08-16T15:30:06.6650000Z</dcterms:created>
  <dcterms:modified xsi:type="dcterms:W3CDTF">2026-08-16T15:30:06.6650000Z</dcterms:modified>
</coreProperties>
</file>